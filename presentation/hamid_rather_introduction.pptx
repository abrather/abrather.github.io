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 intro and purpose: give coworkers a quick overview of background, projects, and how I can contribute.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practical lab ownership plus simulation and Python-based data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project: HyTank - Cryogenic Hydrogen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colleagues to reach out for collaboration on experiments, analysis, and simulation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Hello, I’m Hamid Rather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34BFFF"/>
                </a:solidFill>
              </a:defRPr>
            </a:pPr>
            <a:r>
              <a:t>Aerospace Engineer | Data Analyst | Researcher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BE9F5"/>
                </a:solidFill>
              </a:defRPr>
            </a:pPr>
            <a:r>
              <a:t>https://abrather.github.io/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3657600" cy="45720"/>
          </a:xfrm>
          <a:prstGeom prst="rect">
            <a:avLst/>
          </a:prstGeom>
          <a:solidFill>
            <a:srgbClr val="34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Professional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3657600" cy="45720"/>
          </a:xfrm>
          <a:prstGeom prst="rect">
            <a:avLst/>
          </a:prstGeom>
          <a:solidFill>
            <a:srgbClr val="34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Aerospace and mechanical engineering background.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Works at the hardware-software intersection.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Focus areas: composite materials, cryogenics, and data analysis.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Designs experiments, integrates equipment, and automates analysis 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Current 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34BFFF"/>
                </a:solidFill>
              </a:defRPr>
            </a:pPr>
            <a:r>
              <a:t>Student Researcher / Werkstudent — Faserinstitut Bremen (July. 2023 - Present)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43200"/>
            <a:ext cx="3657600" cy="45720"/>
          </a:xfrm>
          <a:prstGeom prst="rect">
            <a:avLst/>
          </a:prstGeom>
          <a:solidFill>
            <a:srgbClr val="34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Developing and automating data analysis pipelines in Python (Pandas, Matplotlib) to process and visualize experimental data from materials science research.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My work supports high-profile projects like HyTank (an Airbus project) and WaGuPa, focusing on materials for cryogenic liquid hydrogen (LH2) storage.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Designed, built, and commissioned a high-pressure helium permeation test stand, integrating all hardware, sensors from the ground up.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Conducting cryogenic material characterization for the HyTank project, including permeability tests on composites specimen.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Performing coupled Ansys (CFD) simulations for material analysis in composite tank structures.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Research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34BFFF"/>
                </a:solidFill>
              </a:defRPr>
            </a:pPr>
            <a:r>
              <a:t>Composite materials for cryogenic hydrogen storage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43200"/>
            <a:ext cx="3657600" cy="45720"/>
          </a:xfrm>
          <a:prstGeom prst="rect">
            <a:avLst/>
          </a:prstGeom>
          <a:solidFill>
            <a:srgbClr val="34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34BFFF"/>
                </a:solidFill>
              </a:defRPr>
            </a:pPr>
            <a:r>
              <a:t>Why this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34BFFF"/>
                </a:solidFill>
              </a:defRPr>
            </a:pPr>
            <a:r>
              <a:t>Current research contribution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Hydrogen tanks must be lightweight and structurally reliable.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Cryogenic conditions challenge material durability and sealing behavior.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Permeability and damage behavior directly affect performance and safety.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Cryogenic material characterization and permeation testing.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Design/integration of high-pressure helium test equipment.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Coupled simulation and Python-based analysis workflows.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Current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3657600" cy="45720"/>
          </a:xfrm>
          <a:prstGeom prst="rect">
            <a:avLst/>
          </a:prstGeom>
          <a:solidFill>
            <a:srgbClr val="34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34BFFF"/>
                </a:solidFill>
              </a:defRPr>
            </a:pPr>
            <a:r>
              <a:t>HyTank - Cryogenic Hydrogen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34BFFF"/>
                </a:solidFill>
              </a:defRPr>
            </a:pPr>
            <a:r>
              <a:t>WaGuPa - Composite Materials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Development of composite tanks for cryogenic liquid hydrogen (LH2) storage for aerospace applications, including materials characterization and permeation testing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Cryogenic material characterization at −196°C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High-pressure helium permeation test stand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Research project focused on advanced composite materials and manufacturing processes at Faserinstitut Bremen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Advanced materials characterization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Manufacturing process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BE9F5"/>
                </a:solidFill>
              </a:defRPr>
            </a:pPr>
            <a:r>
              <a:t>BENENE - Fiber Composite Research: Fiber composite research and development project at Faserinstitut Bremen focusing on innovative material solutions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Previous Experience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3657600" cy="45720"/>
          </a:xfrm>
          <a:prstGeom prst="rect">
            <a:avLst/>
          </a:prstGeom>
          <a:solidFill>
            <a:srgbClr val="34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34BFFF"/>
                </a:solidFill>
              </a:defRPr>
            </a:pPr>
            <a:r>
              <a:t>Werkstudent - Flight Demonstrator Assembly &amp; Component Testing @ Polaris Spaceplanes (Aug. 2023 - Jan. 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34BFFF"/>
                </a:solidFill>
              </a:defRPr>
            </a:pPr>
            <a:r>
              <a:t>Rocket Propulsion Test Data Intern @ Rocket Factory Augsburg (Jan. 2023 - Apr. 2023)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CAD modelling, assembly, integration and testing of flight demonstrator parts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Development of Python post-processing libraries and data infrastructure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Core team member for the MIRA II, the world's first aerospike rocket plane, supporting its assembly from the ground up.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Integrated all major vehicle systems, including structural components, avionics, and the AS-1F aerospike rocket engine.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Rocket engine hot-fire and cold-flow test data analysis using Python (numpy, scipy, pandas)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Visualization using matplotlib and plotly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Automatic detection of test parameters and spectral analysis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Documentation of test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Earlier Experience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3657600" cy="45720"/>
          </a:xfrm>
          <a:prstGeom prst="rect">
            <a:avLst/>
          </a:prstGeom>
          <a:solidFill>
            <a:srgbClr val="34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34BFFF"/>
                </a:solidFill>
              </a:defRPr>
            </a:pPr>
            <a:r>
              <a:t>Propulsion &amp; Design Intern @ SpanTrik (Sep. 2021 - Dec. 2021)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34BFFF"/>
                </a:solidFill>
              </a:defRPr>
            </a:pPr>
            <a:r>
              <a:t>Student Researcher (Werkstudent) | Advanced Computational Laboratory, SRM Institute (Oct. 2018 - Jun. 2020)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Design, manufacture and analysis of a sounding rocket (RAVEN)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Propulsion system testing and documentation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Worked in cross-functional team under project deadlines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Led the design and construction of a mini jet impingement wind tunnel from the ground up for experimental research.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Used the tunnel to conduct flow visualization studies and analyze fluid dynamics.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Performed Ansys simulations of turbulent flows to compare computational models against experimental data.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Handled the full experimental data pipeline, data extraction, numerical calculation, and data visualization.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Technical Skills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3657600" cy="45720"/>
          </a:xfrm>
          <a:prstGeom prst="rect">
            <a:avLst/>
          </a:prstGeom>
          <a:solidFill>
            <a:srgbClr val="34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34BFFF"/>
                </a:solidFill>
              </a:defRPr>
            </a:pPr>
            <a:r>
              <a:t>Programming &amp;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34BFFF"/>
                </a:solidFill>
              </a:defRPr>
            </a:pPr>
            <a:r>
              <a:t>Engineering, Simulation &amp;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Python, Pandas / Numpy, Matplotlib / Plotly /PowerBI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SQL &amp; Databases, Git / GitHub, Jupyter Notebooks, PowerBI Dashboards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CAD (CATIA / SolidWorks), Ansys / CFD, Matlab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Data Analysis &amp; Visualization, CAD/CAE Simulations, Composite Materials Testing, Cryogenic Systems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Excel / MS Office, LaTeX Documentation, G-code / CNC, HTML / CSS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Engineering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3657600" cy="45720"/>
          </a:xfrm>
          <a:prstGeom prst="rect">
            <a:avLst/>
          </a:prstGeom>
          <a:solidFill>
            <a:srgbClr val="34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34BFFF"/>
                </a:solidFill>
              </a:defRPr>
            </a:pPr>
            <a:r>
              <a:t>1. Understand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82880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BE9F5"/>
                </a:solidFill>
              </a:defRPr>
            </a:pPr>
            <a:r>
              <a:t>Clarify objective, constraints, and success criteria.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34BFFF"/>
                </a:solidFill>
              </a:defRPr>
            </a:pPr>
            <a:r>
              <a:t>2.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65176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BE9F5"/>
                </a:solidFill>
              </a:defRPr>
            </a:pPr>
            <a:r>
              <a:t>Develop hardware, simulation, and analysis workflows.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34BFFF"/>
                </a:solidFill>
              </a:defRPr>
            </a:pPr>
            <a:r>
              <a:t>3. Build &amp; Integrate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47472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BE9F5"/>
                </a:solidFill>
              </a:defRPr>
            </a:pPr>
            <a:r>
              <a:t>Connect systems, sensors, and data capture.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34BFFF"/>
                </a:solidFill>
              </a:defRPr>
            </a:pPr>
            <a:r>
              <a:t>4. Test &amp; Analyze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297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BE9F5"/>
                </a:solidFill>
              </a:defRPr>
            </a:pPr>
            <a:r>
              <a:t>Run experiments and extract reliable insights.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2064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34BFFF"/>
                </a:solidFill>
              </a:defRPr>
            </a:pPr>
            <a:r>
              <a:t>5. Communicate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512064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BE9F5"/>
                </a:solidFill>
              </a:defRPr>
            </a:pPr>
            <a:r>
              <a:t>Present outcomes with clear visuals and recommendations.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Education and Languages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3657600" cy="45720"/>
          </a:xfrm>
          <a:prstGeom prst="rect">
            <a:avLst/>
          </a:prstGeom>
          <a:solidFill>
            <a:srgbClr val="34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34BFFF"/>
                </a:solidFill>
              </a:defRPr>
            </a:pPr>
            <a:r>
              <a:t>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34BFFF"/>
                </a:solidFill>
              </a:defRPr>
            </a:pPr>
            <a:r>
              <a:t>Languages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Master of Science, Aerospace Engineering, MS. — Universität Bremen, Bremen, Germany (Expected August 2026)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Aerospace Engineering, B.Tech. — SRM University, Chennai, India (Graduated June 2020)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English: Fluent - Professional Working Proficiency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German: Intermediate - Conversational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Hindi: Fluent - Native Speaker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Kashmiri: Fluent - Native Speaker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Urdu: Fluent - Native Speaker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Arabic: Intermediate - Conversational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Personal Interests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3657600" cy="45720"/>
          </a:xfrm>
          <a:prstGeom prst="rect">
            <a:avLst/>
          </a:prstGeom>
          <a:solidFill>
            <a:srgbClr val="34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Outside work, I enjoy: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• Camping, Volleyball, and Fitness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• Reading technical papers and exploring new technologies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What I Hope to Contribute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3657600" cy="45720"/>
          </a:xfrm>
          <a:prstGeom prst="rect">
            <a:avLst/>
          </a:prstGeom>
          <a:solidFill>
            <a:srgbClr val="34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34BFFF"/>
                </a:solidFill>
              </a:defRPr>
            </a:pPr>
            <a:r>
              <a:t>How I can support 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34BFFF"/>
                </a:solidFill>
              </a:defRPr>
            </a:pPr>
            <a:r>
              <a:t>What I am looking forward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Practical engineering and experimental execution.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Data-driven problem solving with Python automation.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Structured simulation and test-analysis workflows.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Collaborating across disciplines.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Learning from ongoing projects and peers.</a:t>
            </a:r>
          </a:p>
          <a:p>
            <a:pPr>
              <a:spcAft>
                <a:spcPts val="1000"/>
              </a:spcAft>
              <a:defRPr sz="2100">
                <a:solidFill>
                  <a:srgbClr val="DBE9F5"/>
                </a:solidFill>
              </a:defRPr>
            </a:pPr>
            <a:r>
              <a:t>Contributing to reliable, high-impact outcomes.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3657600" cy="45720"/>
          </a:xfrm>
          <a:prstGeom prst="rect">
            <a:avLst/>
          </a:prstGeom>
          <a:solidFill>
            <a:srgbClr val="34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728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3000" b="1">
                <a:solidFill>
                  <a:srgbClr val="FFFFFF"/>
                </a:solidFill>
              </a:defRPr>
            </a:pPr>
            <a:r>
              <a:t>Hamid Rather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DBE9F5"/>
                </a:solidFill>
              </a:defRPr>
            </a:pPr>
            <a:r>
              <a:t>Aerospace Engineer | Data Analyst | Researcher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DBE9F5"/>
                </a:solidFill>
              </a:defRPr>
            </a:pPr>
            <a:r>
              <a:t>Website: https://abrather.github.io/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DBE9F5"/>
                </a:solidFill>
              </a:defRPr>
            </a:pPr>
            <a:r>
              <a:t>Email: abrather@uni-bremen.de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